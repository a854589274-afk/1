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方案1：雅黑粗体标题 + 楷体姓名（最接近原图）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方案2：黑体标题 + 华文楷体姓名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方案3：全雅黑，姓名用雅黑常规体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方案4：思源黑体标题 + 楷体_GB2312姓名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方案5：雅黑标题 + 仿宋姓名 + 宋体单位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STKaiti" pitchFamily="34" charset="0"/>
                <a:ea typeface="STKaiti" pitchFamily="34" charset="-122"/>
                <a:cs typeface="STKait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Source Han Sans CN" pitchFamily="34" charset="0"/>
                <a:ea typeface="Source Han Sans CN" pitchFamily="34" charset="-122"/>
                <a:cs typeface="Source Han Sans CN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KaiTi_GB2312" pitchFamily="34" charset="0"/>
                <a:ea typeface="KaiTi_GB2312" pitchFamily="34" charset="-122"/>
                <a:cs typeface="KaiTi_GB2312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ource Han Sans CN" pitchFamily="34" charset="0"/>
                <a:ea typeface="Source Han Sans CN" pitchFamily="34" charset="-122"/>
                <a:cs typeface="Source Han Sans CN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274320" y="1691640"/>
            <a:ext cx="11640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3A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军队专业技术待遇五级选升答辩</a:t>
            </a:r>
            <a:endParaRPr lang="en-US" sz="6000" dirty="0"/>
          </a:p>
        </p:txBody>
      </p:sp>
      <p:sp>
        <p:nvSpPr>
          <p:cNvPr id="3" name="姓名"/>
          <p:cNvSpPr txBox="1"/>
          <p:nvPr/>
        </p:nvSpPr>
        <p:spPr>
          <a:xfrm>
            <a:off x="3355848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3566B"/>
                </a:solidFill>
                <a:latin typeface="FangSong" pitchFamily="34" charset="0"/>
                <a:ea typeface="FangSong" pitchFamily="34" charset="-122"/>
                <a:cs typeface="FangSong" pitchFamily="34" charset="-120"/>
              </a:rPr>
              <a:t>哈　小　琴</a:t>
            </a:r>
            <a:endParaRPr lang="en-US" sz="4400" dirty="0"/>
          </a:p>
        </p:txBody>
      </p:sp>
      <p:sp>
        <p:nvSpPr>
          <p:cNvPr id="4" name="单位"/>
          <p:cNvSpPr txBox="1"/>
          <p:nvPr/>
        </p:nvSpPr>
        <p:spPr>
          <a:xfrm>
            <a:off x="2441448" y="4343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5A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联勤保障部队第九四〇医院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2026-10-27T01:51:50Z</dcterms:created>
  <dcterms:modified xsi:type="dcterms:W3CDTF">2026-10-27T01:51:50Z</dcterms:modified>
</cp:coreProperties>
</file>