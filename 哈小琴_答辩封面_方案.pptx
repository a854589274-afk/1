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第1页｜真实照片A：粉色晚霞雪山（Pexels 1287145，Pexels许可，可免费商用）｜字体1：微软雅黑粗体标题＋楷体姓名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第2页｜真实照片B：云雾灰调雪山（Pexels 691668，Pexels许可，可免费商用）｜字体1：微软雅黑粗体标题＋楷体姓名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第3页｜真实照片C：蓝天白云雪峰（Unsplash photo-1454496522488，Unsplash许可，可免费商用）｜字体1：微软雅黑粗体标题＋楷体姓名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第4页｜真实照片D：云海群峰（Unsplash photo-1458668383970，Unsplash许可，可免费商用）｜字体1：微软雅黑粗体标题＋楷体姓名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第5页｜真实照片E：日落云海（Unsplash photo-1506905925346，Unsplash许可，可免费商用）｜字体1：微软雅黑粗体标题＋楷体姓名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第6页｜程序渲染F：粉霞云海孤峰（三维地形程序渲染，原创）｜字体1：微软雅黑粗体标题＋楷体姓名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第7页｜程序渲染G：淡蓝云海群峰（三维地形程序渲染，原创）｜字体1：微软雅黑粗体标题＋楷体姓名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第8页｜程序生成H：水墨雪山（原创）｜字体1：微软雅黑粗体标题＋楷体姓名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第9页｜背景同第1页｜字体2：黑体标题＋华文楷体姓名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第10页｜背景同第1页｜字体3：全雅黑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第11页｜背景同第1页｜字体4：思源黑体＋楷体_GB2312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第12页｜背景同第1页｜字体5：雅黑标题＋仿宋姓名＋宋体单位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KaiTi_GB2312" pitchFamily="34" charset="0"/>
                <a:ea typeface="KaiTi_GB2312" pitchFamily="34" charset="-122"/>
                <a:cs typeface="KaiTi_GB2312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274320" y="1691640"/>
            <a:ext cx="1164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军队专业技术待遇五级选升答辩</a:t>
            </a:r>
            <a:endParaRPr lang="en-US" sz="6000" dirty="0"/>
          </a:p>
        </p:txBody>
      </p:sp>
      <p:sp>
        <p:nvSpPr>
          <p:cNvPr id="3" name="姓名"/>
          <p:cNvSpPr txBox="1"/>
          <p:nvPr/>
        </p:nvSpPr>
        <p:spPr>
          <a:xfrm>
            <a:off x="3355848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3566B"/>
                </a:solidFill>
                <a:latin typeface="FangSong" pitchFamily="34" charset="0"/>
                <a:ea typeface="FangSong" pitchFamily="34" charset="-122"/>
                <a:cs typeface="FangSong" pitchFamily="34" charset="-120"/>
              </a:rPr>
              <a:t>哈　小　琴</a:t>
            </a:r>
            <a:endParaRPr lang="en-US" sz="4400" dirty="0"/>
          </a:p>
        </p:txBody>
      </p:sp>
      <p:sp>
        <p:nvSpPr>
          <p:cNvPr id="4" name="单位"/>
          <p:cNvSpPr txBox="1"/>
          <p:nvPr/>
        </p:nvSpPr>
        <p:spPr>
          <a:xfrm>
            <a:off x="2441448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5A6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联勤保障部队第九四〇医院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哈小琴 五级选升答辩封面方案</dc:title>
  <dc:subject>PptxGenJS Presentation</dc:subject>
  <dc:creator>PptxGenJS</dc:creator>
  <cp:lastModifiedBy>PptxGenJS</cp:lastModifiedBy>
  <cp:revision>1</cp:revision>
  <dcterms:created xsi:type="dcterms:W3CDTF">2026-10-27T02:14:48Z</dcterms:created>
  <dcterms:modified xsi:type="dcterms:W3CDTF">2026-10-27T02:14:48Z</dcterms:modified>
</cp:coreProperties>
</file>