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方案1：雅黑粗体标题 + 楷体姓名（最接近原图）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方案2：黑体标题 + 华文楷体姓名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方案3：全雅黑，姓名用雅黑常规体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方案4：思源黑体标题 + 楷体_GB2312姓名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方案5：雅黑标题 + 仿宋姓名 + 宋体单位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Source Han Sans CN" pitchFamily="34" charset="0"/>
                <a:ea typeface="Source Han Sans CN" pitchFamily="34" charset="-122"/>
                <a:cs typeface="Source Han Sans CN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KaiTi_GB2312" pitchFamily="34" charset="0"/>
                <a:ea typeface="KaiTi_GB2312" pitchFamily="34" charset="-122"/>
                <a:cs typeface="KaiTi_GB2312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ource Han Sans CN" pitchFamily="34" charset="0"/>
                <a:ea typeface="Source Han Sans CN" pitchFamily="34" charset="-122"/>
                <a:cs typeface="Source Han Sans CN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FangSong" pitchFamily="34" charset="0"/>
                <a:ea typeface="FangSong" pitchFamily="34" charset="-122"/>
                <a:cs typeface="FangSong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2026-10-27T01:57:52Z</dcterms:created>
  <dcterms:modified xsi:type="dcterms:W3CDTF">2026-10-27T01:57:52Z</dcterms:modified>
</cp:coreProperties>
</file>